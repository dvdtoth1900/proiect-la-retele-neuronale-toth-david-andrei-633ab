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6" r:id="rId6"/>
    <p:sldId id="260" r:id="rId7"/>
    <p:sldId id="264" r:id="rId8"/>
    <p:sldId id="265" r:id="rId9"/>
    <p:sldId id="267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84819-28F7-46EB-A4ED-67ED2AFF340F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3DD42F-1F9F-4985-8F36-80458AE16B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207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74B1D-D934-408E-BBA7-302180DB2872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009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B0D635-69B0-4896-AD4E-1935EB0D5015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831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BA4F7-C093-4DC4-9E23-CC60772D5DD6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424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F31ABE-A2D7-4D15-9B61-E23C748DAA66}" type="datetime1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0550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BD12B-4947-468E-8D23-DEC624E40A22}" type="datetime1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86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F704E8-0FF5-4FCE-8277-F24B23775E67}" type="datetime1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380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588C7D-DD2C-42C6-BF84-40DACF75662E}" type="datetime1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035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592769-0061-42CD-A31B-A6584E9A00BD}" type="datetime1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9872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0B95CE-5990-43EA-8F4D-BA819A8E26D9}" type="datetime1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630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8A76F-5852-49D3-89FB-AD5722C6BCBC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45140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8A76F-5852-49D3-89FB-AD5722C6BCBC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9568657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8A76F-5852-49D3-89FB-AD5722C6BCBC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977003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8A76F-5852-49D3-89FB-AD5722C6BCBC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45942536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38A76F-5852-49D3-89FB-AD5722C6BCBC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2839537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BE8C81-DDAD-4AD1-869D-CC1DE1C14B97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0412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E41D8E-3B11-44FE-8ED1-BB5A07E35C98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18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38A76F-5852-49D3-89FB-AD5722C6BCBC}" type="datetime1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9510D0F2-98E2-473E-BA8A-AF7E57A5B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142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ursdeguvernare.ro/harta-acea-213-unitati-productie-auto-romania-ue.html" TargetMode="External"/><Relationship Id="rId2" Type="http://schemas.openxmlformats.org/officeDocument/2006/relationships/hyperlink" Target="https://www.epiesa.ro/?gad_source=1&amp;gad_campaignid=137574300&amp;gclid=EAIaIQobChMIxdD7hc_dkAMV4YWDBx1iiR4sEAAYAiAAEgJPCPD_BwE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autovit.ro/blog/ce-trebuie-sa-ai-in-masina-kitul-de-siguranta-auto-si-echipamentele-obligatorii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179DE42-5613-4B35-A1E6-6CCBAA13C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B898B32-3891-4C3A-8F58-C5969D2E90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48300" y="0"/>
            <a:ext cx="1219200" cy="6858000"/>
          </a:xfrm>
          <a:prstGeom prst="line">
            <a:avLst/>
          </a:prstGeom>
          <a:ln w="9525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AE4806D-B8F9-4679-A68A-9BD21C01A3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67175" y="3681413"/>
            <a:ext cx="4763558" cy="3176587"/>
          </a:xfrm>
          <a:prstGeom prst="line">
            <a:avLst/>
          </a:prstGeom>
          <a:ln w="9525">
            <a:solidFill>
              <a:schemeClr val="tx1">
                <a:lumMod val="50000"/>
                <a:lumOff val="50000"/>
                <a:alpha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23">
            <a:extLst>
              <a:ext uri="{FF2B5EF4-FFF2-40B4-BE49-F238E27FC236}">
                <a16:creationId xmlns:a16="http://schemas.microsoft.com/office/drawing/2014/main" id="{52FB45E9-914E-4471-AC87-E475CD5176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58764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6" name="Rectangle 25">
            <a:extLst>
              <a:ext uri="{FF2B5EF4-FFF2-40B4-BE49-F238E27FC236}">
                <a16:creationId xmlns:a16="http://schemas.microsoft.com/office/drawing/2014/main" id="{C310626D-5743-49D4-8F7D-88C4F8F05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80730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3C195FC1-B568-4C72-9902-34CB35DDD7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9621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Rectangle 27">
            <a:extLst>
              <a:ext uri="{FF2B5EF4-FFF2-40B4-BE49-F238E27FC236}">
                <a16:creationId xmlns:a16="http://schemas.microsoft.com/office/drawing/2014/main" id="{EF2BDF77-362C-43F0-8CBB-A969EC2AE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1788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4BE96B01-3929-432D-B8C2-ADBCB74C2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48954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2A6FCDE6-CDE2-4C51-B18E-A95CFB679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6287" y="-8467"/>
            <a:ext cx="9175713" cy="6866467"/>
          </a:xfrm>
          <a:custGeom>
            <a:avLst/>
            <a:gdLst>
              <a:gd name="connsiteX0" fmla="*/ 0 w 9175713"/>
              <a:gd name="connsiteY0" fmla="*/ 0 h 6866467"/>
              <a:gd name="connsiteX1" fmla="*/ 1249825 w 9175713"/>
              <a:gd name="connsiteY1" fmla="*/ 0 h 6866467"/>
              <a:gd name="connsiteX2" fmla="*/ 1249825 w 9175713"/>
              <a:gd name="connsiteY2" fmla="*/ 8467 h 6866467"/>
              <a:gd name="connsiteX3" fmla="*/ 9175713 w 9175713"/>
              <a:gd name="connsiteY3" fmla="*/ 8467 h 6866467"/>
              <a:gd name="connsiteX4" fmla="*/ 9175713 w 9175713"/>
              <a:gd name="connsiteY4" fmla="*/ 6866467 h 6866467"/>
              <a:gd name="connsiteX5" fmla="*/ 1249825 w 9175713"/>
              <a:gd name="connsiteY5" fmla="*/ 6866467 h 6866467"/>
              <a:gd name="connsiteX6" fmla="*/ 1109382 w 9175713"/>
              <a:gd name="connsiteY6" fmla="*/ 6866467 h 68664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175713" h="6866467">
                <a:moveTo>
                  <a:pt x="0" y="0"/>
                </a:moveTo>
                <a:lnTo>
                  <a:pt x="1249825" y="0"/>
                </a:lnTo>
                <a:lnTo>
                  <a:pt x="1249825" y="8467"/>
                </a:lnTo>
                <a:lnTo>
                  <a:pt x="9175713" y="8467"/>
                </a:lnTo>
                <a:lnTo>
                  <a:pt x="9175713" y="6866467"/>
                </a:lnTo>
                <a:lnTo>
                  <a:pt x="1249825" y="6866467"/>
                </a:lnTo>
                <a:lnTo>
                  <a:pt x="1109382" y="686646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AFCCFF-9743-2609-287A-6B31269F2D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1020871"/>
            <a:ext cx="6960759" cy="2849671"/>
          </a:xfrm>
        </p:spPr>
        <p:txBody>
          <a:bodyPr>
            <a:normAutofit/>
          </a:bodyPr>
          <a:lstStyle/>
          <a:p>
            <a:pPr algn="l">
              <a:lnSpc>
                <a:spcPct val="90000"/>
              </a:lnSpc>
            </a:pPr>
            <a:r>
              <a:rPr lang="en-US" sz="4200" dirty="0" err="1">
                <a:solidFill>
                  <a:srgbClr val="FFFFFF"/>
                </a:solidFill>
              </a:rPr>
              <a:t>Proiect</a:t>
            </a:r>
            <a:r>
              <a:rPr lang="en-US" sz="4200" dirty="0">
                <a:solidFill>
                  <a:srgbClr val="FFFFFF"/>
                </a:solidFill>
              </a:rPr>
              <a:t> la </a:t>
            </a:r>
            <a:r>
              <a:rPr lang="en-US" sz="4200" dirty="0" err="1">
                <a:solidFill>
                  <a:srgbClr val="FFFFFF"/>
                </a:solidFill>
              </a:rPr>
              <a:t>Reţele</a:t>
            </a:r>
            <a:r>
              <a:rPr lang="en-US" sz="4200" dirty="0">
                <a:solidFill>
                  <a:srgbClr val="FFFFFF"/>
                </a:solidFill>
              </a:rPr>
              <a:t> </a:t>
            </a:r>
            <a:r>
              <a:rPr lang="en-US" sz="4200" dirty="0" err="1">
                <a:solidFill>
                  <a:srgbClr val="FFFFFF"/>
                </a:solidFill>
              </a:rPr>
              <a:t>Neuronale</a:t>
            </a:r>
            <a:br>
              <a:rPr lang="en-US" sz="4200" dirty="0">
                <a:solidFill>
                  <a:srgbClr val="FFFFFF"/>
                </a:solidFill>
              </a:rPr>
            </a:br>
            <a:r>
              <a:rPr lang="en-US" sz="4200" dirty="0" err="1">
                <a:solidFill>
                  <a:srgbClr val="FFFFFF"/>
                </a:solidFill>
              </a:rPr>
              <a:t>Identificarea</a:t>
            </a:r>
            <a:r>
              <a:rPr lang="en-US" sz="4200" dirty="0">
                <a:solidFill>
                  <a:srgbClr val="FFFFFF"/>
                </a:solidFill>
              </a:rPr>
              <a:t> </a:t>
            </a:r>
            <a:r>
              <a:rPr lang="en-US" sz="4200" dirty="0" err="1">
                <a:solidFill>
                  <a:srgbClr val="FFFFFF"/>
                </a:solidFill>
              </a:rPr>
              <a:t>defecţiunilor</a:t>
            </a:r>
            <a:r>
              <a:rPr lang="en-US" sz="4200" dirty="0">
                <a:solidFill>
                  <a:srgbClr val="FFFFFF"/>
                </a:solidFill>
              </a:rPr>
              <a:t> </a:t>
            </a:r>
            <a:r>
              <a:rPr lang="en-US" sz="4200" dirty="0" err="1">
                <a:solidFill>
                  <a:srgbClr val="FFFFFF"/>
                </a:solidFill>
              </a:rPr>
              <a:t>pieselor</a:t>
            </a:r>
            <a:r>
              <a:rPr lang="en-US" sz="4200" dirty="0">
                <a:solidFill>
                  <a:srgbClr val="FFFFFF"/>
                </a:solidFill>
              </a:rPr>
              <a:t> auto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A99319-A8E9-0C39-5E5C-4E2F1B3392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3962088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en-US">
                <a:solidFill>
                  <a:srgbClr val="FFFFFF">
                    <a:alpha val="70000"/>
                  </a:srgbClr>
                </a:solidFill>
              </a:rPr>
              <a:t>Toth David-Andrei</a:t>
            </a:r>
          </a:p>
          <a:p>
            <a:pPr algn="l"/>
            <a:r>
              <a:rPr lang="en-US">
                <a:solidFill>
                  <a:srgbClr val="FFFFFF">
                    <a:alpha val="70000"/>
                  </a:srgbClr>
                </a:solidFill>
              </a:rPr>
              <a:t>633 AB</a:t>
            </a:r>
          </a:p>
          <a:p>
            <a:pPr algn="l"/>
            <a:endParaRPr lang="en-US">
              <a:solidFill>
                <a:srgbClr val="FFFFFF">
                  <a:alpha val="70000"/>
                </a:srgbClr>
              </a:solidFill>
            </a:endParaRPr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9D2E8756-2465-473A-BA2A-2DB1D6224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062562" y="3271487"/>
            <a:ext cx="220660" cy="186439"/>
          </a:xfrm>
          <a:prstGeom prst="triangle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8306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EB1BA-2C70-4C47-E632-D59731A4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Cuprins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A4136-7065-B60A-A560-76EE53DCA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63768" cy="4351338"/>
          </a:xfrm>
        </p:spPr>
        <p:txBody>
          <a:bodyPr>
            <a:normAutofit/>
          </a:bodyPr>
          <a:lstStyle/>
          <a:p>
            <a:r>
              <a:rPr lang="en-US" dirty="0" err="1"/>
              <a:t>Obiectivul</a:t>
            </a:r>
            <a:r>
              <a:rPr lang="en-US" dirty="0"/>
              <a:t> </a:t>
            </a:r>
            <a:r>
              <a:rPr lang="en-US" dirty="0" err="1"/>
              <a:t>aplicaţiei</a:t>
            </a:r>
            <a:endParaRPr lang="en-US" dirty="0"/>
          </a:p>
          <a:p>
            <a:r>
              <a:rPr lang="en-US" dirty="0" err="1"/>
              <a:t>Modalitatea</a:t>
            </a:r>
            <a:r>
              <a:rPr lang="en-US" dirty="0"/>
              <a:t> de </a:t>
            </a:r>
            <a:r>
              <a:rPr lang="en-US" dirty="0" err="1"/>
              <a:t>realizare</a:t>
            </a:r>
            <a:r>
              <a:rPr lang="en-US" dirty="0"/>
              <a:t> a </a:t>
            </a:r>
            <a:r>
              <a:rPr lang="en-US" dirty="0" err="1"/>
              <a:t>proiectului</a:t>
            </a:r>
            <a:endParaRPr lang="en-US" dirty="0"/>
          </a:p>
          <a:p>
            <a:r>
              <a:rPr lang="en-US" dirty="0" err="1"/>
              <a:t>Sortarea</a:t>
            </a:r>
            <a:r>
              <a:rPr lang="en-US" dirty="0"/>
              <a:t> </a:t>
            </a:r>
            <a:r>
              <a:rPr lang="en-US" dirty="0" err="1"/>
              <a:t>pieselor</a:t>
            </a:r>
            <a:r>
              <a:rPr lang="en-US" dirty="0"/>
              <a:t> </a:t>
            </a:r>
            <a:r>
              <a:rPr lang="en-US" dirty="0" err="1"/>
              <a:t>bune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rebuturilor</a:t>
            </a:r>
            <a:r>
              <a:rPr lang="en-US" dirty="0"/>
              <a:t> respective a </a:t>
            </a:r>
            <a:r>
              <a:rPr lang="en-US" dirty="0" err="1"/>
              <a:t>echipamentelor</a:t>
            </a:r>
            <a:r>
              <a:rPr lang="en-US" dirty="0"/>
              <a:t>: </a:t>
            </a:r>
            <a:r>
              <a:rPr lang="en-US" dirty="0" err="1"/>
              <a:t>exemplu</a:t>
            </a:r>
            <a:endParaRPr lang="en-US" dirty="0"/>
          </a:p>
          <a:p>
            <a:r>
              <a:rPr lang="en-US" dirty="0" err="1"/>
              <a:t>Structura</a:t>
            </a:r>
            <a:r>
              <a:rPr lang="en-US" dirty="0"/>
              <a:t> </a:t>
            </a:r>
            <a:r>
              <a:rPr lang="en-US" dirty="0" err="1"/>
              <a:t>aplicaţiei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 err="1"/>
              <a:t>Prezentarea</a:t>
            </a:r>
            <a:r>
              <a:rPr lang="en-US" dirty="0"/>
              <a:t> </a:t>
            </a:r>
            <a:r>
              <a:rPr lang="en-US" dirty="0" err="1"/>
              <a:t>pictogramelor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functiilor</a:t>
            </a:r>
            <a:endParaRPr lang="en-US" dirty="0"/>
          </a:p>
          <a:p>
            <a:r>
              <a:rPr lang="en-US" dirty="0" err="1"/>
              <a:t>Funcţionarea</a:t>
            </a:r>
            <a:endParaRPr lang="en-US" dirty="0"/>
          </a:p>
          <a:p>
            <a:r>
              <a:rPr lang="en-US" dirty="0" err="1"/>
              <a:t>Concluzii</a:t>
            </a:r>
            <a:r>
              <a:rPr lang="en-US" dirty="0"/>
              <a:t> finale</a:t>
            </a:r>
          </a:p>
          <a:p>
            <a:r>
              <a:rPr lang="en-US" dirty="0" err="1"/>
              <a:t>Surse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A9682-29B6-4CC3-A3C8-72CD3DEFD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70E738-188B-455E-894A-5F742883A3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463" y="2154381"/>
            <a:ext cx="4552209" cy="2549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26078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8FA12-8028-0458-AC07-C72AA91A2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Obiectivul</a:t>
            </a:r>
            <a:r>
              <a:rPr lang="en-US" sz="4000" dirty="0"/>
              <a:t> </a:t>
            </a:r>
            <a:r>
              <a:rPr lang="en-US" sz="4000" dirty="0" err="1"/>
              <a:t>aplicaţiei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627F1-1C53-7C77-D4F0-4807AFBFA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	</a:t>
            </a:r>
            <a:r>
              <a:rPr lang="en-US" dirty="0" err="1"/>
              <a:t>Obiectivul</a:t>
            </a:r>
            <a:r>
              <a:rPr lang="en-US" dirty="0"/>
              <a:t> </a:t>
            </a:r>
            <a:r>
              <a:rPr lang="en-US" dirty="0" err="1"/>
              <a:t>acestei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de a </a:t>
            </a:r>
            <a:r>
              <a:rPr lang="en-US" dirty="0" err="1"/>
              <a:t>facilita</a:t>
            </a:r>
            <a:r>
              <a:rPr lang="en-US" dirty="0"/>
              <a:t> </a:t>
            </a:r>
            <a:r>
              <a:rPr lang="en-US" dirty="0" err="1"/>
              <a:t>identificarea</a:t>
            </a:r>
            <a:r>
              <a:rPr lang="en-US" dirty="0"/>
              <a:t> </a:t>
            </a:r>
            <a:r>
              <a:rPr lang="en-US" dirty="0" err="1"/>
              <a:t>pieselor</a:t>
            </a:r>
            <a:r>
              <a:rPr lang="en-US" dirty="0"/>
              <a:t> auto </a:t>
            </a:r>
            <a:r>
              <a:rPr lang="en-US" dirty="0" err="1"/>
              <a:t>folosite</a:t>
            </a:r>
            <a:r>
              <a:rPr lang="en-US" dirty="0"/>
              <a:t> in </a:t>
            </a:r>
            <a:r>
              <a:rPr lang="en-US" dirty="0" err="1"/>
              <a:t>fabricarea</a:t>
            </a:r>
            <a:r>
              <a:rPr lang="en-US" dirty="0"/>
              <a:t> </a:t>
            </a:r>
            <a:r>
              <a:rPr lang="en-US" dirty="0" err="1"/>
              <a:t>tuturor</a:t>
            </a:r>
            <a:r>
              <a:rPr lang="en-US" dirty="0"/>
              <a:t> </a:t>
            </a:r>
            <a:r>
              <a:rPr lang="en-US" dirty="0" err="1"/>
              <a:t>autovehiculelor</a:t>
            </a:r>
            <a:r>
              <a:rPr lang="en-US" dirty="0"/>
              <a:t> care </a:t>
            </a:r>
            <a:r>
              <a:rPr lang="en-US" dirty="0" err="1"/>
              <a:t>reprezinta</a:t>
            </a:r>
            <a:r>
              <a:rPr lang="en-US" dirty="0"/>
              <a:t> </a:t>
            </a:r>
            <a:r>
              <a:rPr lang="en-US" dirty="0" err="1"/>
              <a:t>defecte</a:t>
            </a:r>
            <a:r>
              <a:rPr lang="en-US" dirty="0"/>
              <a:t>. Din </a:t>
            </a:r>
            <a:r>
              <a:rPr lang="en-US" dirty="0" err="1"/>
              <a:t>punct</a:t>
            </a:r>
            <a:r>
              <a:rPr lang="en-US" dirty="0"/>
              <a:t> de </a:t>
            </a:r>
            <a:r>
              <a:rPr lang="en-US" dirty="0" err="1"/>
              <a:t>vedere</a:t>
            </a:r>
            <a:r>
              <a:rPr lang="en-US" dirty="0"/>
              <a:t> al </a:t>
            </a:r>
            <a:r>
              <a:rPr lang="en-US" dirty="0" err="1"/>
              <a:t>activitatilor</a:t>
            </a:r>
            <a:r>
              <a:rPr lang="en-US" dirty="0"/>
              <a:t> care pot fi </a:t>
            </a:r>
            <a:r>
              <a:rPr lang="en-US" dirty="0" err="1"/>
              <a:t>imbunatatite</a:t>
            </a:r>
            <a:r>
              <a:rPr lang="en-US" dirty="0"/>
              <a:t> cu </a:t>
            </a:r>
            <a:r>
              <a:rPr lang="en-US" dirty="0" err="1"/>
              <a:t>ajutorul</a:t>
            </a:r>
            <a:r>
              <a:rPr lang="en-US" dirty="0"/>
              <a:t> </a:t>
            </a:r>
            <a:r>
              <a:rPr lang="en-US" dirty="0" err="1"/>
              <a:t>acestei</a:t>
            </a:r>
            <a:r>
              <a:rPr lang="en-US" dirty="0"/>
              <a:t> </a:t>
            </a:r>
            <a:r>
              <a:rPr lang="en-US" dirty="0" err="1"/>
              <a:t>aplicatii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 include </a:t>
            </a:r>
            <a:r>
              <a:rPr lang="en-US" dirty="0" err="1"/>
              <a:t>fabricarea</a:t>
            </a:r>
            <a:r>
              <a:rPr lang="en-US" dirty="0"/>
              <a:t> </a:t>
            </a:r>
            <a:r>
              <a:rPr lang="en-US" dirty="0" err="1"/>
              <a:t>utilajelor</a:t>
            </a:r>
            <a:r>
              <a:rPr lang="en-US" dirty="0"/>
              <a:t> </a:t>
            </a:r>
            <a:r>
              <a:rPr lang="en-US" dirty="0" err="1"/>
              <a:t>grele</a:t>
            </a:r>
            <a:r>
              <a:rPr lang="en-US" dirty="0"/>
              <a:t>, </a:t>
            </a:r>
            <a:r>
              <a:rPr lang="en-US" dirty="0" err="1"/>
              <a:t>ingineria</a:t>
            </a:r>
            <a:r>
              <a:rPr lang="en-US" dirty="0"/>
              <a:t> de </a:t>
            </a:r>
            <a:r>
              <a:rPr lang="en-US" dirty="0" err="1"/>
              <a:t>precizie</a:t>
            </a:r>
            <a:r>
              <a:rPr lang="en-US" dirty="0"/>
              <a:t>, </a:t>
            </a:r>
            <a:r>
              <a:rPr lang="en-US" dirty="0" err="1"/>
              <a:t>repararea</a:t>
            </a:r>
            <a:r>
              <a:rPr lang="en-US" dirty="0"/>
              <a:t> </a:t>
            </a:r>
            <a:r>
              <a:rPr lang="en-US" dirty="0" err="1"/>
              <a:t>automobilelor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echipamentelor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nu in </a:t>
            </a:r>
            <a:r>
              <a:rPr lang="en-US" dirty="0" err="1"/>
              <a:t>ultimul</a:t>
            </a:r>
            <a:r>
              <a:rPr lang="en-US" dirty="0"/>
              <a:t> rand </a:t>
            </a:r>
            <a:r>
              <a:rPr lang="en-US" dirty="0" err="1"/>
              <a:t>fabricarea</a:t>
            </a:r>
            <a:r>
              <a:rPr lang="en-US" dirty="0"/>
              <a:t> </a:t>
            </a:r>
            <a:r>
              <a:rPr lang="en-US" dirty="0" err="1"/>
              <a:t>pieselor</a:t>
            </a:r>
            <a:r>
              <a:rPr lang="en-US" dirty="0"/>
              <a:t> care intra in </a:t>
            </a:r>
            <a:r>
              <a:rPr lang="en-US" dirty="0" err="1"/>
              <a:t>alcatuirea</a:t>
            </a:r>
            <a:r>
              <a:rPr lang="en-US" dirty="0"/>
              <a:t> </a:t>
            </a:r>
            <a:r>
              <a:rPr lang="en-US" dirty="0" err="1"/>
              <a:t>masinilor</a:t>
            </a:r>
            <a:r>
              <a:rPr lang="en-US" dirty="0"/>
              <a:t>. </a:t>
            </a:r>
            <a:r>
              <a:rPr lang="en-US" dirty="0" err="1"/>
              <a:t>Printre</a:t>
            </a:r>
            <a:r>
              <a:rPr lang="en-US" dirty="0"/>
              <a:t> </a:t>
            </a:r>
            <a:r>
              <a:rPr lang="en-US" dirty="0" err="1"/>
              <a:t>principalele</a:t>
            </a:r>
            <a:r>
              <a:rPr lang="en-US" dirty="0"/>
              <a:t> </a:t>
            </a:r>
            <a:r>
              <a:rPr lang="en-US" dirty="0" err="1"/>
              <a:t>avantaje</a:t>
            </a:r>
            <a:r>
              <a:rPr lang="en-US" dirty="0"/>
              <a:t> ale </a:t>
            </a:r>
            <a:r>
              <a:rPr lang="en-US" dirty="0" err="1"/>
              <a:t>acestui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se </a:t>
            </a:r>
            <a:r>
              <a:rPr lang="en-US" dirty="0" err="1"/>
              <a:t>numara</a:t>
            </a:r>
            <a:r>
              <a:rPr lang="en-US" dirty="0"/>
              <a:t> </a:t>
            </a:r>
            <a:r>
              <a:rPr lang="en-US" dirty="0" err="1"/>
              <a:t>asigurarea</a:t>
            </a:r>
            <a:r>
              <a:rPr lang="en-US" dirty="0"/>
              <a:t> </a:t>
            </a:r>
            <a:r>
              <a:rPr lang="en-US" dirty="0" err="1"/>
              <a:t>bunei</a:t>
            </a:r>
            <a:r>
              <a:rPr lang="en-US" dirty="0"/>
              <a:t> </a:t>
            </a:r>
            <a:r>
              <a:rPr lang="en-US" dirty="0" err="1"/>
              <a:t>functionari</a:t>
            </a:r>
            <a:r>
              <a:rPr lang="en-US" dirty="0"/>
              <a:t> a </a:t>
            </a:r>
            <a:r>
              <a:rPr lang="en-US" dirty="0" err="1"/>
              <a:t>autoturismelor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atat</a:t>
            </a:r>
            <a:r>
              <a:rPr lang="en-US" dirty="0"/>
              <a:t> </a:t>
            </a:r>
            <a:r>
              <a:rPr lang="en-US" dirty="0" err="1"/>
              <a:t>siguranta</a:t>
            </a:r>
            <a:r>
              <a:rPr lang="en-US" dirty="0"/>
              <a:t> </a:t>
            </a:r>
            <a:r>
              <a:rPr lang="en-US" dirty="0" err="1"/>
              <a:t>soferilor</a:t>
            </a:r>
            <a:r>
              <a:rPr lang="en-US" dirty="0"/>
              <a:t> cat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cea</a:t>
            </a:r>
            <a:r>
              <a:rPr lang="en-US" dirty="0"/>
              <a:t> a </a:t>
            </a:r>
            <a:r>
              <a:rPr lang="en-US" dirty="0" err="1"/>
              <a:t>persoanelor</a:t>
            </a:r>
            <a:r>
              <a:rPr lang="en-US" dirty="0"/>
              <a:t> care nu </a:t>
            </a:r>
            <a:r>
              <a:rPr lang="en-US" dirty="0" err="1"/>
              <a:t>participa</a:t>
            </a:r>
            <a:r>
              <a:rPr lang="en-US" dirty="0"/>
              <a:t> la </a:t>
            </a:r>
            <a:r>
              <a:rPr lang="en-US" dirty="0" err="1"/>
              <a:t>trafic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ca </a:t>
            </a:r>
            <a:r>
              <a:rPr lang="en-US" dirty="0" err="1"/>
              <a:t>acest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</a:t>
            </a:r>
            <a:r>
              <a:rPr lang="en-US" dirty="0" err="1"/>
              <a:t>contine</a:t>
            </a:r>
            <a:r>
              <a:rPr lang="en-US" dirty="0"/>
              <a:t> </a:t>
            </a:r>
            <a:r>
              <a:rPr lang="en-US" dirty="0" err="1"/>
              <a:t>numeroase</a:t>
            </a:r>
            <a:r>
              <a:rPr lang="en-US" dirty="0"/>
              <a:t> </a:t>
            </a:r>
            <a:r>
              <a:rPr lang="en-US" dirty="0" err="1"/>
              <a:t>functii</a:t>
            </a:r>
            <a:r>
              <a:rPr lang="en-US" dirty="0"/>
              <a:t> care </a:t>
            </a:r>
            <a:r>
              <a:rPr lang="en-US" dirty="0" err="1"/>
              <a:t>asigura</a:t>
            </a:r>
            <a:r>
              <a:rPr lang="en-US" dirty="0"/>
              <a:t> un </a:t>
            </a:r>
            <a:r>
              <a:rPr lang="en-US" dirty="0" err="1"/>
              <a:t>rezultat</a:t>
            </a:r>
            <a:r>
              <a:rPr lang="en-US" dirty="0"/>
              <a:t> precis.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DDA2B-C339-484D-9906-2D282AD7C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6542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3FC26-C575-6D6C-EF2B-982D6C343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 err="1"/>
              <a:t>Modalitatea</a:t>
            </a:r>
            <a:r>
              <a:rPr lang="en-US" dirty="0"/>
              <a:t> de </a:t>
            </a:r>
            <a:r>
              <a:rPr lang="en-US" dirty="0" err="1"/>
              <a:t>realizare</a:t>
            </a:r>
            <a:r>
              <a:rPr lang="en-US" dirty="0"/>
              <a:t> a </a:t>
            </a:r>
            <a:r>
              <a:rPr lang="en-US" dirty="0" err="1"/>
              <a:t>proiectului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persoanele</a:t>
            </a:r>
            <a:r>
              <a:rPr lang="en-US" dirty="0"/>
              <a:t> care o pot </a:t>
            </a:r>
            <a:r>
              <a:rPr lang="en-US" dirty="0" err="1"/>
              <a:t>utiliza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163D80-B20D-45B6-2BBC-375B907052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	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 care se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ocupa</a:t>
            </a:r>
            <a:r>
              <a:rPr lang="en-US" dirty="0"/>
              <a:t> de </a:t>
            </a:r>
            <a:r>
              <a:rPr lang="en-US" dirty="0" err="1"/>
              <a:t>verificarea</a:t>
            </a:r>
            <a:r>
              <a:rPr lang="en-US" dirty="0"/>
              <a:t> </a:t>
            </a:r>
            <a:r>
              <a:rPr lang="en-US" dirty="0" err="1"/>
              <a:t>pieselor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echipamentelor</a:t>
            </a:r>
            <a:r>
              <a:rPr lang="en-US" dirty="0"/>
              <a:t> </a:t>
            </a:r>
            <a:r>
              <a:rPr lang="en-US" dirty="0" err="1"/>
              <a:t>autoturismelor</a:t>
            </a:r>
            <a:r>
              <a:rPr lang="en-US" dirty="0"/>
              <a:t> </a:t>
            </a:r>
            <a:r>
              <a:rPr lang="en-US" dirty="0" err="1"/>
              <a:t>va</a:t>
            </a:r>
            <a:r>
              <a:rPr lang="en-US" dirty="0"/>
              <a:t> fi </a:t>
            </a:r>
            <a:r>
              <a:rPr lang="en-US" dirty="0" err="1"/>
              <a:t>realizata</a:t>
            </a:r>
            <a:r>
              <a:rPr lang="en-US" dirty="0"/>
              <a:t> in LabView </a:t>
            </a:r>
            <a:r>
              <a:rPr lang="en-US" dirty="0" err="1"/>
              <a:t>deoarece</a:t>
            </a:r>
            <a:r>
              <a:rPr lang="en-US" dirty="0"/>
              <a:t> </a:t>
            </a:r>
            <a:r>
              <a:rPr lang="en-US" dirty="0" err="1"/>
              <a:t>acest</a:t>
            </a:r>
            <a:r>
              <a:rPr lang="en-US" dirty="0"/>
              <a:t> soft </a:t>
            </a:r>
            <a:r>
              <a:rPr lang="en-US" dirty="0" err="1"/>
              <a:t>permite</a:t>
            </a:r>
            <a:r>
              <a:rPr lang="en-US" dirty="0"/>
              <a:t> </a:t>
            </a:r>
            <a:r>
              <a:rPr lang="en-US" dirty="0" err="1"/>
              <a:t>dezvoltatorilor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acceseze</a:t>
            </a:r>
            <a:r>
              <a:rPr lang="en-US" dirty="0"/>
              <a:t> </a:t>
            </a:r>
            <a:r>
              <a:rPr lang="en-US" dirty="0" err="1"/>
              <a:t>numeroase</a:t>
            </a:r>
            <a:r>
              <a:rPr lang="en-US" dirty="0"/>
              <a:t> </a:t>
            </a:r>
            <a:r>
              <a:rPr lang="en-US" dirty="0" err="1"/>
              <a:t>functii</a:t>
            </a:r>
            <a:r>
              <a:rPr lang="en-US" dirty="0"/>
              <a:t> care </a:t>
            </a:r>
            <a:r>
              <a:rPr lang="en-US" dirty="0" err="1"/>
              <a:t>ajuta</a:t>
            </a:r>
            <a:r>
              <a:rPr lang="en-US" dirty="0"/>
              <a:t> la </a:t>
            </a:r>
            <a:r>
              <a:rPr lang="en-US" dirty="0" err="1"/>
              <a:t>dezvoltarea</a:t>
            </a:r>
            <a:r>
              <a:rPr lang="en-US" dirty="0"/>
              <a:t> </a:t>
            </a:r>
            <a:r>
              <a:rPr lang="en-US" dirty="0" err="1"/>
              <a:t>acestui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. </a:t>
            </a:r>
          </a:p>
          <a:p>
            <a:pPr marL="0" indent="0" algn="just">
              <a:buNone/>
            </a:pPr>
            <a:r>
              <a:rPr lang="en-US" dirty="0"/>
              <a:t>	</a:t>
            </a:r>
            <a:r>
              <a:rPr lang="en-US" dirty="0" err="1"/>
              <a:t>Printre</a:t>
            </a:r>
            <a:r>
              <a:rPr lang="en-US" dirty="0"/>
              <a:t> </a:t>
            </a:r>
            <a:r>
              <a:rPr lang="en-US" dirty="0" err="1"/>
              <a:t>potentialii</a:t>
            </a:r>
            <a:r>
              <a:rPr lang="en-US" dirty="0"/>
              <a:t> </a:t>
            </a:r>
            <a:r>
              <a:rPr lang="en-US" dirty="0" err="1"/>
              <a:t>utilizatori</a:t>
            </a:r>
            <a:r>
              <a:rPr lang="en-US" dirty="0"/>
              <a:t> ai </a:t>
            </a:r>
            <a:r>
              <a:rPr lang="en-US" dirty="0" err="1"/>
              <a:t>acestui</a:t>
            </a:r>
            <a:r>
              <a:rPr lang="en-US" dirty="0"/>
              <a:t> </a:t>
            </a:r>
            <a:r>
              <a:rPr lang="en-US" dirty="0" err="1"/>
              <a:t>viitor</a:t>
            </a:r>
            <a:r>
              <a:rPr lang="en-US" dirty="0"/>
              <a:t> </a:t>
            </a:r>
            <a:r>
              <a:rPr lang="en-US" dirty="0" err="1"/>
              <a:t>proiect</a:t>
            </a:r>
            <a:r>
              <a:rPr lang="en-US" dirty="0"/>
              <a:t> se </a:t>
            </a:r>
            <a:r>
              <a:rPr lang="en-US" dirty="0" err="1"/>
              <a:t>numara</a:t>
            </a:r>
            <a:r>
              <a:rPr lang="en-US" dirty="0"/>
              <a:t> </a:t>
            </a:r>
            <a:r>
              <a:rPr lang="en-US" dirty="0" err="1"/>
              <a:t>dezvoltatorii</a:t>
            </a:r>
            <a:r>
              <a:rPr lang="en-US" dirty="0"/>
              <a:t> </a:t>
            </a:r>
            <a:r>
              <a:rPr lang="en-US" dirty="0" err="1"/>
              <a:t>aplicatiei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asigura</a:t>
            </a:r>
            <a:r>
              <a:rPr lang="en-US" dirty="0"/>
              <a:t> </a:t>
            </a:r>
            <a:r>
              <a:rPr lang="en-US" dirty="0" err="1"/>
              <a:t>dezvoltarea</a:t>
            </a:r>
            <a:r>
              <a:rPr lang="en-US" dirty="0"/>
              <a:t> </a:t>
            </a:r>
            <a:r>
              <a:rPr lang="en-US" dirty="0" err="1"/>
              <a:t>acesteia</a:t>
            </a:r>
            <a:r>
              <a:rPr lang="en-US" dirty="0"/>
              <a:t>, </a:t>
            </a:r>
            <a:r>
              <a:rPr lang="en-US" dirty="0" err="1"/>
              <a:t>persoanele</a:t>
            </a:r>
            <a:r>
              <a:rPr lang="en-US" dirty="0"/>
              <a:t> </a:t>
            </a:r>
            <a:r>
              <a:rPr lang="en-US" dirty="0" err="1"/>
              <a:t>autorizate</a:t>
            </a:r>
            <a:r>
              <a:rPr lang="en-US" dirty="0"/>
              <a:t> care </a:t>
            </a:r>
            <a:r>
              <a:rPr lang="en-US" dirty="0" err="1"/>
              <a:t>lucreaza</a:t>
            </a:r>
            <a:r>
              <a:rPr lang="en-US" dirty="0"/>
              <a:t> in </a:t>
            </a:r>
            <a:r>
              <a:rPr lang="en-US" dirty="0" err="1"/>
              <a:t>fabricile</a:t>
            </a:r>
            <a:r>
              <a:rPr lang="en-US" dirty="0"/>
              <a:t> de </a:t>
            </a:r>
            <a:r>
              <a:rPr lang="en-US" dirty="0" err="1"/>
              <a:t>masini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persoanele</a:t>
            </a:r>
            <a:r>
              <a:rPr lang="en-US" dirty="0"/>
              <a:t> </a:t>
            </a:r>
            <a:r>
              <a:rPr lang="en-US" dirty="0" err="1"/>
              <a:t>calificate</a:t>
            </a:r>
            <a:r>
              <a:rPr lang="en-US" dirty="0"/>
              <a:t> care </a:t>
            </a:r>
            <a:r>
              <a:rPr lang="en-US" dirty="0" err="1"/>
              <a:t>lucreaza</a:t>
            </a:r>
            <a:r>
              <a:rPr lang="en-US" dirty="0"/>
              <a:t> in service-</a:t>
            </a:r>
            <a:r>
              <a:rPr lang="en-US" dirty="0" err="1"/>
              <a:t>uri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BB56CC-7DBC-46C3-A2F9-178374194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639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6C4A4-F62E-4D73-8422-50244059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 err="1"/>
              <a:t>Sortarea</a:t>
            </a:r>
            <a:r>
              <a:rPr lang="en-US" dirty="0"/>
              <a:t> </a:t>
            </a:r>
            <a:r>
              <a:rPr lang="en-US" dirty="0" err="1"/>
              <a:t>pieselor</a:t>
            </a:r>
            <a:r>
              <a:rPr lang="en-US" dirty="0"/>
              <a:t> </a:t>
            </a:r>
            <a:r>
              <a:rPr lang="en-US" dirty="0" err="1"/>
              <a:t>bune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rebuturilor</a:t>
            </a:r>
            <a:r>
              <a:rPr lang="en-US" dirty="0"/>
              <a:t> respective a </a:t>
            </a:r>
            <a:r>
              <a:rPr lang="en-US" dirty="0" err="1"/>
              <a:t>echipamentelor</a:t>
            </a:r>
            <a:r>
              <a:rPr lang="en-US" dirty="0"/>
              <a:t>: </a:t>
            </a:r>
            <a:r>
              <a:rPr lang="en-US" dirty="0" err="1"/>
              <a:t>exemplu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89B4511-6898-41BE-971E-3C25097EAC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25853" y="2160588"/>
            <a:ext cx="6900332" cy="3881437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23C7F3-3533-429E-BE26-E6B9D9F99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261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FB39B-DBB6-1B7B-7922-F7480F78E1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1480"/>
            <a:ext cx="10515600" cy="1234758"/>
          </a:xfrm>
        </p:spPr>
        <p:txBody>
          <a:bodyPr>
            <a:normAutofit/>
          </a:bodyPr>
          <a:lstStyle/>
          <a:p>
            <a:r>
              <a:rPr lang="en-US" sz="4000" dirty="0" err="1"/>
              <a:t>Structura</a:t>
            </a:r>
            <a:r>
              <a:rPr lang="en-US" sz="4000" dirty="0"/>
              <a:t> </a:t>
            </a:r>
            <a:r>
              <a:rPr lang="en-US" sz="4000" dirty="0" err="1"/>
              <a:t>aplicaţiei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14E3D-A418-856E-77EA-F3133B19B1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/>
              <a:t>	</a:t>
            </a:r>
            <a:r>
              <a:rPr lang="en-US" dirty="0" err="1"/>
              <a:t>Acest</a:t>
            </a:r>
            <a:r>
              <a:rPr lang="en-US" dirty="0"/>
              <a:t> capitol </a:t>
            </a:r>
            <a:r>
              <a:rPr lang="en-US" dirty="0" err="1"/>
              <a:t>prezinta</a:t>
            </a:r>
            <a:r>
              <a:rPr lang="en-US" dirty="0"/>
              <a:t> </a:t>
            </a:r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iesire</a:t>
            </a:r>
            <a:r>
              <a:rPr lang="en-US" dirty="0"/>
              <a:t> care </a:t>
            </a:r>
            <a:r>
              <a:rPr lang="en-US" dirty="0" err="1"/>
              <a:t>contribuie</a:t>
            </a:r>
            <a:r>
              <a:rPr lang="en-US" dirty="0"/>
              <a:t> la buna </a:t>
            </a:r>
            <a:r>
              <a:rPr lang="en-US" dirty="0" err="1"/>
              <a:t>functionare</a:t>
            </a:r>
            <a:r>
              <a:rPr lang="en-US" dirty="0"/>
              <a:t> a </a:t>
            </a:r>
            <a:r>
              <a:rPr lang="en-US" dirty="0" err="1"/>
              <a:t>proiectului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r>
              <a:rPr lang="en-US" dirty="0"/>
              <a:t>	Ca date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</a:t>
            </a:r>
            <a:r>
              <a:rPr lang="en-US" dirty="0" err="1"/>
              <a:t>incluse</a:t>
            </a:r>
            <a:r>
              <a:rPr lang="en-US" dirty="0"/>
              <a:t> un vector cu </a:t>
            </a:r>
            <a:r>
              <a:rPr lang="en-US" dirty="0" err="1"/>
              <a:t>siruri</a:t>
            </a:r>
            <a:r>
              <a:rPr lang="en-US" dirty="0"/>
              <a:t> de </a:t>
            </a:r>
            <a:r>
              <a:rPr lang="en-US" dirty="0" err="1"/>
              <a:t>caractere</a:t>
            </a:r>
            <a:r>
              <a:rPr lang="en-US" dirty="0"/>
              <a:t> care o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contina</a:t>
            </a:r>
            <a:r>
              <a:rPr lang="en-US" dirty="0"/>
              <a:t> </a:t>
            </a:r>
            <a:r>
              <a:rPr lang="en-US" dirty="0" err="1"/>
              <a:t>toate</a:t>
            </a:r>
            <a:r>
              <a:rPr lang="en-US" dirty="0"/>
              <a:t> </a:t>
            </a:r>
            <a:r>
              <a:rPr lang="en-US" dirty="0" err="1"/>
              <a:t>componentele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echipamentele</a:t>
            </a:r>
            <a:r>
              <a:rPr lang="en-US" dirty="0"/>
              <a:t> </a:t>
            </a:r>
            <a:r>
              <a:rPr lang="en-US" dirty="0" err="1"/>
              <a:t>necesare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fabricarea</a:t>
            </a:r>
            <a:r>
              <a:rPr lang="en-US" dirty="0"/>
              <a:t> </a:t>
            </a:r>
            <a:r>
              <a:rPr lang="en-US" dirty="0" err="1"/>
              <a:t>unei</a:t>
            </a:r>
            <a:r>
              <a:rPr lang="en-US" dirty="0"/>
              <a:t> </a:t>
            </a:r>
            <a:r>
              <a:rPr lang="en-US" dirty="0" err="1"/>
              <a:t>masini</a:t>
            </a:r>
            <a:r>
              <a:rPr lang="en-US" dirty="0"/>
              <a:t>. De </a:t>
            </a:r>
            <a:r>
              <a:rPr lang="en-US" dirty="0" err="1"/>
              <a:t>asemenea</a:t>
            </a:r>
            <a:r>
              <a:rPr lang="en-US" dirty="0"/>
              <a:t>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 un alt vector cu </a:t>
            </a:r>
            <a:r>
              <a:rPr lang="en-US" dirty="0" err="1"/>
              <a:t>siruri</a:t>
            </a:r>
            <a:r>
              <a:rPr lang="en-US" dirty="0"/>
              <a:t> de </a:t>
            </a:r>
            <a:r>
              <a:rPr lang="en-US" dirty="0" err="1"/>
              <a:t>caractere</a:t>
            </a:r>
            <a:r>
              <a:rPr lang="en-US" dirty="0"/>
              <a:t> care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contina</a:t>
            </a:r>
            <a:r>
              <a:rPr lang="en-US" dirty="0"/>
              <a:t> </a:t>
            </a:r>
            <a:r>
              <a:rPr lang="en-US" dirty="0" err="1"/>
              <a:t>marci</a:t>
            </a:r>
            <a:r>
              <a:rPr lang="en-US" dirty="0"/>
              <a:t> de </a:t>
            </a:r>
            <a:r>
              <a:rPr lang="en-US" dirty="0" err="1"/>
              <a:t>autovehicule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un </a:t>
            </a:r>
            <a:r>
              <a:rPr lang="en-US" dirty="0" err="1"/>
              <a:t>buton</a:t>
            </a:r>
            <a:r>
              <a:rPr lang="en-US" dirty="0"/>
              <a:t> care </a:t>
            </a:r>
            <a:r>
              <a:rPr lang="en-US" dirty="0" err="1"/>
              <a:t>poarta</a:t>
            </a:r>
            <a:r>
              <a:rPr lang="en-US" dirty="0"/>
              <a:t> </a:t>
            </a:r>
            <a:r>
              <a:rPr lang="en-US" dirty="0" err="1"/>
              <a:t>numele</a:t>
            </a:r>
            <a:r>
              <a:rPr lang="en-US" dirty="0"/>
              <a:t> de “</a:t>
            </a:r>
            <a:r>
              <a:rPr lang="en-US" dirty="0" err="1"/>
              <a:t>Verificare</a:t>
            </a:r>
            <a:r>
              <a:rPr lang="en-US" dirty="0"/>
              <a:t>” </a:t>
            </a:r>
            <a:r>
              <a:rPr lang="en-US" dirty="0" err="1"/>
              <a:t>folosit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verificarea</a:t>
            </a:r>
            <a:r>
              <a:rPr lang="en-US" dirty="0"/>
              <a:t> </a:t>
            </a:r>
            <a:r>
              <a:rPr lang="en-US" dirty="0" err="1"/>
              <a:t>piesei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a </a:t>
            </a:r>
            <a:r>
              <a:rPr lang="en-US" dirty="0" err="1"/>
              <a:t>echipamentului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C9A4F2-086E-433D-AB73-E52BB123F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3821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9557FD-592D-0374-033B-E6ADEFA89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4608"/>
            <a:ext cx="10515600" cy="5901056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/>
              <a:t>	Ca date de </a:t>
            </a:r>
            <a:r>
              <a:rPr lang="en-US" dirty="0" err="1"/>
              <a:t>iesire</a:t>
            </a:r>
            <a:r>
              <a:rPr lang="en-US" dirty="0"/>
              <a:t> sunt </a:t>
            </a:r>
            <a:r>
              <a:rPr lang="en-US" dirty="0" err="1"/>
              <a:t>incluse</a:t>
            </a:r>
            <a:r>
              <a:rPr lang="en-US" dirty="0"/>
              <a:t> </a:t>
            </a:r>
            <a:r>
              <a:rPr lang="en-US" dirty="0" err="1"/>
              <a:t>urmatoarele</a:t>
            </a:r>
            <a:r>
              <a:rPr lang="en-US" dirty="0"/>
              <a:t> </a:t>
            </a:r>
            <a:r>
              <a:rPr lang="en-US" dirty="0" err="1"/>
              <a:t>componente</a:t>
            </a:r>
            <a:r>
              <a:rPr lang="en-US" dirty="0"/>
              <a:t>: un led </a:t>
            </a:r>
            <a:r>
              <a:rPr lang="en-US" dirty="0" err="1"/>
              <a:t>verde</a:t>
            </a:r>
            <a:r>
              <a:rPr lang="en-US" dirty="0"/>
              <a:t> care se </a:t>
            </a:r>
            <a:r>
              <a:rPr lang="en-US" dirty="0" err="1"/>
              <a:t>aprinde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o </a:t>
            </a:r>
            <a:r>
              <a:rPr lang="en-US" dirty="0" err="1"/>
              <a:t>piesa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un </a:t>
            </a:r>
            <a:r>
              <a:rPr lang="en-US" dirty="0" err="1"/>
              <a:t>echipament</a:t>
            </a:r>
            <a:r>
              <a:rPr lang="en-US" dirty="0"/>
              <a:t> care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inclus</a:t>
            </a:r>
            <a:r>
              <a:rPr lang="en-US" dirty="0"/>
              <a:t> in </a:t>
            </a:r>
            <a:r>
              <a:rPr lang="en-US" dirty="0" err="1"/>
              <a:t>fabricarea</a:t>
            </a:r>
            <a:r>
              <a:rPr lang="en-US" dirty="0"/>
              <a:t> </a:t>
            </a:r>
            <a:r>
              <a:rPr lang="en-US" dirty="0" err="1"/>
              <a:t>automobilului</a:t>
            </a:r>
            <a:r>
              <a:rPr lang="en-US" dirty="0"/>
              <a:t> </a:t>
            </a:r>
            <a:r>
              <a:rPr lang="en-US" dirty="0" err="1"/>
              <a:t>indeplineste</a:t>
            </a:r>
            <a:r>
              <a:rPr lang="en-US" dirty="0"/>
              <a:t> </a:t>
            </a:r>
            <a:r>
              <a:rPr lang="en-US" dirty="0" err="1"/>
              <a:t>conditiile</a:t>
            </a:r>
            <a:r>
              <a:rPr lang="en-US" dirty="0"/>
              <a:t> </a:t>
            </a:r>
            <a:r>
              <a:rPr lang="en-US" dirty="0" err="1"/>
              <a:t>necesare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asigura</a:t>
            </a:r>
            <a:r>
              <a:rPr lang="en-US" dirty="0"/>
              <a:t> buna </a:t>
            </a:r>
            <a:r>
              <a:rPr lang="en-US" dirty="0" err="1"/>
              <a:t>functionarea</a:t>
            </a:r>
            <a:r>
              <a:rPr lang="en-US" dirty="0"/>
              <a:t> a </a:t>
            </a:r>
            <a:r>
              <a:rPr lang="en-US" dirty="0" err="1"/>
              <a:t>masinii</a:t>
            </a:r>
            <a:r>
              <a:rPr lang="en-US" dirty="0"/>
              <a:t>; un led </a:t>
            </a:r>
            <a:r>
              <a:rPr lang="en-US" dirty="0" err="1"/>
              <a:t>rosu</a:t>
            </a:r>
            <a:r>
              <a:rPr lang="en-US" dirty="0"/>
              <a:t> care se </a:t>
            </a:r>
            <a:r>
              <a:rPr lang="en-US" dirty="0" err="1"/>
              <a:t>aprinde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piesa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echipamentul</a:t>
            </a:r>
            <a:r>
              <a:rPr lang="en-US" dirty="0"/>
              <a:t> care se </a:t>
            </a:r>
            <a:r>
              <a:rPr lang="en-US" dirty="0" err="1"/>
              <a:t>afla</a:t>
            </a:r>
            <a:r>
              <a:rPr lang="en-US" dirty="0"/>
              <a:t> in </a:t>
            </a:r>
            <a:r>
              <a:rPr lang="en-US" dirty="0" err="1"/>
              <a:t>procesul</a:t>
            </a:r>
            <a:r>
              <a:rPr lang="en-US" dirty="0"/>
              <a:t> de </a:t>
            </a:r>
            <a:r>
              <a:rPr lang="en-US" dirty="0" err="1"/>
              <a:t>verificare</a:t>
            </a:r>
            <a:r>
              <a:rPr lang="en-US" dirty="0"/>
              <a:t> nu </a:t>
            </a:r>
            <a:r>
              <a:rPr lang="en-US" dirty="0" err="1"/>
              <a:t>indeplineste</a:t>
            </a:r>
            <a:r>
              <a:rPr lang="en-US" dirty="0"/>
              <a:t> </a:t>
            </a:r>
            <a:r>
              <a:rPr lang="en-US" dirty="0" err="1"/>
              <a:t>conditiile</a:t>
            </a:r>
            <a:r>
              <a:rPr lang="en-US" dirty="0"/>
              <a:t> </a:t>
            </a:r>
            <a:r>
              <a:rPr lang="en-US" dirty="0" err="1"/>
              <a:t>impuse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asigurarea</a:t>
            </a:r>
            <a:r>
              <a:rPr lang="en-US" dirty="0"/>
              <a:t> </a:t>
            </a:r>
            <a:r>
              <a:rPr lang="en-US" dirty="0" err="1"/>
              <a:t>functionarii</a:t>
            </a:r>
            <a:r>
              <a:rPr lang="en-US" dirty="0"/>
              <a:t> in </a:t>
            </a:r>
            <a:r>
              <a:rPr lang="en-US" dirty="0" err="1"/>
              <a:t>siguranta</a:t>
            </a:r>
            <a:r>
              <a:rPr lang="en-US" dirty="0"/>
              <a:t> a </a:t>
            </a:r>
            <a:r>
              <a:rPr lang="en-US" dirty="0" err="1"/>
              <a:t>vehiculului</a:t>
            </a:r>
            <a:r>
              <a:rPr lang="en-US" dirty="0"/>
              <a:t>. </a:t>
            </a:r>
            <a:r>
              <a:rPr lang="en-US" dirty="0" err="1"/>
              <a:t>Astfel</a:t>
            </a:r>
            <a:r>
              <a:rPr lang="en-US" dirty="0"/>
              <a:t>, </a:t>
            </a:r>
            <a:r>
              <a:rPr lang="en-US" dirty="0" err="1"/>
              <a:t>piesele</a:t>
            </a:r>
            <a:r>
              <a:rPr lang="en-US" dirty="0"/>
              <a:t> care nu </a:t>
            </a:r>
            <a:r>
              <a:rPr lang="en-US" dirty="0" err="1"/>
              <a:t>indeplinesc</a:t>
            </a:r>
            <a:r>
              <a:rPr lang="en-US" dirty="0"/>
              <a:t> </a:t>
            </a:r>
            <a:r>
              <a:rPr lang="en-US" dirty="0" err="1"/>
              <a:t>criteriile</a:t>
            </a:r>
            <a:r>
              <a:rPr lang="en-US" dirty="0"/>
              <a:t> </a:t>
            </a:r>
            <a:r>
              <a:rPr lang="en-US" dirty="0" err="1"/>
              <a:t>necesare</a:t>
            </a:r>
            <a:r>
              <a:rPr lang="en-US" dirty="0"/>
              <a:t> </a:t>
            </a:r>
            <a:r>
              <a:rPr lang="en-US" dirty="0" err="1"/>
              <a:t>vor</a:t>
            </a:r>
            <a:r>
              <a:rPr lang="en-US" dirty="0"/>
              <a:t> fi considerate </a:t>
            </a:r>
            <a:r>
              <a:rPr lang="en-US" dirty="0" err="1"/>
              <a:t>rebuturi</a:t>
            </a:r>
            <a:r>
              <a:rPr lang="en-US" dirty="0"/>
              <a:t>. In plus </a:t>
            </a:r>
            <a:r>
              <a:rPr lang="en-US" dirty="0" err="1"/>
              <a:t>vom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 un string indicator care </a:t>
            </a:r>
            <a:r>
              <a:rPr lang="en-US" dirty="0" err="1"/>
              <a:t>va</a:t>
            </a:r>
            <a:r>
              <a:rPr lang="en-US" dirty="0"/>
              <a:t> </a:t>
            </a:r>
            <a:r>
              <a:rPr lang="en-US" dirty="0" err="1"/>
              <a:t>avea</a:t>
            </a:r>
            <a:r>
              <a:rPr lang="en-US" dirty="0"/>
              <a:t> </a:t>
            </a:r>
            <a:r>
              <a:rPr lang="en-US" dirty="0" err="1"/>
              <a:t>urmatoarele</a:t>
            </a:r>
            <a:r>
              <a:rPr lang="en-US" dirty="0"/>
              <a:t> </a:t>
            </a:r>
            <a:r>
              <a:rPr lang="en-US" dirty="0" err="1"/>
              <a:t>mesaje</a:t>
            </a:r>
            <a:r>
              <a:rPr lang="en-US" dirty="0"/>
              <a:t>:”Test </a:t>
            </a:r>
            <a:r>
              <a:rPr lang="en-US" dirty="0" err="1"/>
              <a:t>realizat</a:t>
            </a:r>
            <a:r>
              <a:rPr lang="en-US" dirty="0"/>
              <a:t> cu success. </a:t>
            </a:r>
            <a:r>
              <a:rPr lang="en-US" dirty="0" err="1"/>
              <a:t>Piesa</a:t>
            </a:r>
            <a:r>
              <a:rPr lang="en-US" dirty="0"/>
              <a:t>/</a:t>
            </a:r>
            <a:r>
              <a:rPr lang="en-US" dirty="0" err="1"/>
              <a:t>Echipamentul</a:t>
            </a:r>
            <a:r>
              <a:rPr lang="en-US" dirty="0"/>
              <a:t> </a:t>
            </a:r>
            <a:r>
              <a:rPr lang="en-US" dirty="0" err="1"/>
              <a:t>indeplineste</a:t>
            </a:r>
            <a:r>
              <a:rPr lang="en-US" dirty="0"/>
              <a:t> </a:t>
            </a:r>
            <a:r>
              <a:rPr lang="en-US" dirty="0" err="1"/>
              <a:t>conditiile</a:t>
            </a:r>
            <a:r>
              <a:rPr lang="en-US" dirty="0"/>
              <a:t> </a:t>
            </a:r>
            <a:r>
              <a:rPr lang="en-US" dirty="0" err="1"/>
              <a:t>impuse</a:t>
            </a:r>
            <a:r>
              <a:rPr lang="en-US" dirty="0"/>
              <a:t>.”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piesele</a:t>
            </a:r>
            <a:r>
              <a:rPr lang="en-US" dirty="0"/>
              <a:t> </a:t>
            </a:r>
            <a:r>
              <a:rPr lang="en-US" dirty="0" err="1"/>
              <a:t>bune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mesajul</a:t>
            </a:r>
            <a:r>
              <a:rPr lang="en-US" dirty="0"/>
              <a:t> “</a:t>
            </a:r>
            <a:r>
              <a:rPr lang="en-US" dirty="0" err="1"/>
              <a:t>Atentie</a:t>
            </a:r>
            <a:r>
              <a:rPr lang="en-US" dirty="0"/>
              <a:t>! Au </a:t>
            </a:r>
            <a:r>
              <a:rPr lang="en-US" dirty="0" err="1"/>
              <a:t>fost</a:t>
            </a:r>
            <a:r>
              <a:rPr lang="en-US" dirty="0"/>
              <a:t> </a:t>
            </a:r>
            <a:r>
              <a:rPr lang="en-US" dirty="0" err="1"/>
              <a:t>identificate</a:t>
            </a:r>
            <a:r>
              <a:rPr lang="en-US" dirty="0"/>
              <a:t> </a:t>
            </a:r>
            <a:r>
              <a:rPr lang="en-US" dirty="0" err="1"/>
              <a:t>urmatoarele</a:t>
            </a:r>
            <a:r>
              <a:rPr lang="en-US" dirty="0"/>
              <a:t> </a:t>
            </a:r>
            <a:r>
              <a:rPr lang="en-US" dirty="0" err="1"/>
              <a:t>probleme</a:t>
            </a:r>
            <a:r>
              <a:rPr lang="en-US" dirty="0"/>
              <a:t>:…”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rebuturi</a:t>
            </a:r>
            <a:r>
              <a:rPr lang="en-US" dirty="0"/>
              <a:t>. </a:t>
            </a:r>
            <a:r>
              <a:rPr lang="en-US" dirty="0" err="1"/>
              <a:t>Acest</a:t>
            </a:r>
            <a:r>
              <a:rPr lang="en-US" dirty="0"/>
              <a:t> string indicator </a:t>
            </a:r>
            <a:r>
              <a:rPr lang="en-US" dirty="0" err="1"/>
              <a:t>ofera</a:t>
            </a:r>
            <a:r>
              <a:rPr lang="en-US" dirty="0"/>
              <a:t> un </a:t>
            </a:r>
            <a:r>
              <a:rPr lang="en-US" dirty="0" err="1"/>
              <a:t>avantaj</a:t>
            </a:r>
            <a:r>
              <a:rPr lang="en-US" dirty="0"/>
              <a:t> </a:t>
            </a:r>
            <a:r>
              <a:rPr lang="en-US" dirty="0" err="1"/>
              <a:t>prin</a:t>
            </a:r>
            <a:r>
              <a:rPr lang="en-US" dirty="0"/>
              <a:t> </a:t>
            </a:r>
            <a:r>
              <a:rPr lang="en-US" dirty="0" err="1"/>
              <a:t>semnalizarea</a:t>
            </a:r>
            <a:r>
              <a:rPr lang="en-US" dirty="0"/>
              <a:t> </a:t>
            </a:r>
            <a:r>
              <a:rPr lang="en-US" dirty="0" err="1"/>
              <a:t>problemelor</a:t>
            </a:r>
            <a:r>
              <a:rPr lang="en-US" dirty="0"/>
              <a:t> </a:t>
            </a:r>
            <a:r>
              <a:rPr lang="en-US" dirty="0" err="1"/>
              <a:t>identificate</a:t>
            </a:r>
            <a:r>
              <a:rPr lang="en-US" dirty="0"/>
              <a:t> la o </a:t>
            </a:r>
            <a:r>
              <a:rPr lang="en-US" dirty="0" err="1"/>
              <a:t>anumita</a:t>
            </a:r>
            <a:r>
              <a:rPr lang="en-US" dirty="0"/>
              <a:t> </a:t>
            </a:r>
            <a:r>
              <a:rPr lang="en-US" dirty="0" err="1"/>
              <a:t>piesa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echipament</a:t>
            </a:r>
            <a:r>
              <a:rPr lang="en-US" dirty="0"/>
              <a:t>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7A92D6-C9F2-4C8C-8136-6EFA3FAB1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8942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361709-2986-4709-AD41-B9B4F12150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/>
            </a:br>
            <a:r>
              <a:rPr lang="en-US" dirty="0" err="1"/>
              <a:t>Prezentarea</a:t>
            </a:r>
            <a:r>
              <a:rPr lang="en-US" dirty="0"/>
              <a:t> </a:t>
            </a:r>
            <a:r>
              <a:rPr lang="en-US" dirty="0" err="1"/>
              <a:t>pictogramelor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intrare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a </a:t>
            </a:r>
            <a:r>
              <a:rPr lang="en-US" dirty="0" err="1"/>
              <a:t>functiilor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D1DE2-FF40-443E-BCB0-B0E594F9AE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u="sng" dirty="0" err="1"/>
              <a:t>Pentru</a:t>
            </a:r>
            <a:r>
              <a:rPr lang="en-US" u="sng" dirty="0"/>
              <a:t> date de </a:t>
            </a:r>
            <a:r>
              <a:rPr lang="en-US" u="sng" dirty="0" err="1"/>
              <a:t>intrare</a:t>
            </a:r>
            <a:endParaRPr lang="en-US" u="sng" dirty="0"/>
          </a:p>
          <a:p>
            <a:pPr marL="0" indent="0">
              <a:buNone/>
            </a:pPr>
            <a:endParaRPr lang="en-US" u="sng" dirty="0"/>
          </a:p>
          <a:p>
            <a:pPr marL="0" indent="0">
              <a:buNone/>
            </a:pPr>
            <a:endParaRPr lang="en-US" u="sng" dirty="0"/>
          </a:p>
          <a:p>
            <a:pPr marL="0" indent="0">
              <a:buNone/>
            </a:pPr>
            <a:endParaRPr lang="en-US" u="sng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DF19D-74A4-481C-A57B-F982EE272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A3D50B-C3FF-448F-ADD3-172272397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742" y="4168451"/>
            <a:ext cx="3962952" cy="23244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0F707A-AB30-4D88-B3FC-B0667AFEF8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742" y="2495420"/>
            <a:ext cx="3267531" cy="9335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2689E49-C1BC-4879-92D4-6B01041F4A07}"/>
              </a:ext>
            </a:extLst>
          </p:cNvPr>
          <p:cNvSpPr txBox="1"/>
          <p:nvPr/>
        </p:nvSpPr>
        <p:spPr>
          <a:xfrm>
            <a:off x="4266815" y="2777544"/>
            <a:ext cx="564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String control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0F9104-828A-4385-9ED0-A11504A59D93}"/>
              </a:ext>
            </a:extLst>
          </p:cNvPr>
          <p:cNvSpPr txBox="1"/>
          <p:nvPr/>
        </p:nvSpPr>
        <p:spPr>
          <a:xfrm>
            <a:off x="4962236" y="5138954"/>
            <a:ext cx="4165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2706590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E4A722-E8F2-4E37-B4E5-9CE3A13B23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9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1D78DC-9458-4EA0-9ED8-2AA9BA1B063C}"/>
              </a:ext>
            </a:extLst>
          </p:cNvPr>
          <p:cNvSpPr txBox="1"/>
          <p:nvPr/>
        </p:nvSpPr>
        <p:spPr>
          <a:xfrm>
            <a:off x="840508" y="184727"/>
            <a:ext cx="514465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u="sng" dirty="0" err="1"/>
              <a:t>Pentru</a:t>
            </a:r>
            <a:r>
              <a:rPr lang="en-US" sz="2800" u="sng" dirty="0"/>
              <a:t> date de </a:t>
            </a:r>
            <a:r>
              <a:rPr lang="en-US" sz="2800" u="sng" dirty="0" err="1"/>
              <a:t>iesire</a:t>
            </a:r>
            <a:endParaRPr lang="en-US" sz="2800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50481D-B3C6-4AEC-B9BF-917A29F356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508" y="942628"/>
            <a:ext cx="1495634" cy="24863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0A60348-1EF5-4D31-8C5B-C49A83FD7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8" y="3663681"/>
            <a:ext cx="3410426" cy="114316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253845F-C45C-4654-AE92-4A14DD30A3A0}"/>
              </a:ext>
            </a:extLst>
          </p:cNvPr>
          <p:cNvSpPr txBox="1"/>
          <p:nvPr/>
        </p:nvSpPr>
        <p:spPr>
          <a:xfrm>
            <a:off x="2336142" y="1976459"/>
            <a:ext cx="34104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Boolean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06B695-33B6-45E4-B1EF-EF027AD2972F}"/>
              </a:ext>
            </a:extLst>
          </p:cNvPr>
          <p:cNvSpPr txBox="1"/>
          <p:nvPr/>
        </p:nvSpPr>
        <p:spPr>
          <a:xfrm>
            <a:off x="4250934" y="4083028"/>
            <a:ext cx="36668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String indicator</a:t>
            </a:r>
          </a:p>
        </p:txBody>
      </p:sp>
    </p:spTree>
    <p:extLst>
      <p:ext uri="{BB962C8B-B14F-4D97-AF65-F5344CB8AC3E}">
        <p14:creationId xmlns:p14="http://schemas.microsoft.com/office/powerpoint/2010/main" val="2850674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6A267-1930-91D8-4D7B-3D47532C7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Funcţionarea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E9413B-5505-5386-06DA-8EBF28F762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16880" cy="4351338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/>
              <a:t>	 </a:t>
            </a:r>
            <a:r>
              <a:rPr lang="en-US" dirty="0" err="1"/>
              <a:t>Datele</a:t>
            </a:r>
            <a:r>
              <a:rPr lang="en-US" dirty="0"/>
              <a:t> de </a:t>
            </a:r>
            <a:r>
              <a:rPr lang="en-US" dirty="0" err="1"/>
              <a:t>iesire</a:t>
            </a:r>
            <a:r>
              <a:rPr lang="en-US" dirty="0"/>
              <a:t> </a:t>
            </a:r>
            <a:r>
              <a:rPr lang="en-US" dirty="0" err="1"/>
              <a:t>reprezinta</a:t>
            </a:r>
            <a:r>
              <a:rPr lang="en-US" dirty="0"/>
              <a:t> o </a:t>
            </a:r>
            <a:r>
              <a:rPr lang="en-US" dirty="0" err="1"/>
              <a:t>decizie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</a:t>
            </a:r>
            <a:r>
              <a:rPr lang="en-US" dirty="0" err="1"/>
              <a:t>piesa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echipatent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conforma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neconforma</a:t>
            </a:r>
            <a:r>
              <a:rPr lang="en-US" dirty="0"/>
              <a:t>. </a:t>
            </a:r>
            <a:r>
              <a:rPr lang="en-US" dirty="0" err="1"/>
              <a:t>Becul</a:t>
            </a:r>
            <a:r>
              <a:rPr lang="en-US" dirty="0"/>
              <a:t> </a:t>
            </a:r>
            <a:r>
              <a:rPr lang="en-US" dirty="0" err="1"/>
              <a:t>verde</a:t>
            </a:r>
            <a:r>
              <a:rPr lang="en-US" dirty="0"/>
              <a:t> se </a:t>
            </a:r>
            <a:r>
              <a:rPr lang="en-US" dirty="0" err="1"/>
              <a:t>aprinde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o </a:t>
            </a:r>
            <a:r>
              <a:rPr lang="en-US" dirty="0" err="1"/>
              <a:t>piesa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un </a:t>
            </a:r>
            <a:r>
              <a:rPr lang="en-US" dirty="0" err="1"/>
              <a:t>echipament</a:t>
            </a:r>
            <a:r>
              <a:rPr lang="en-US" dirty="0"/>
              <a:t> care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inclus</a:t>
            </a:r>
            <a:r>
              <a:rPr lang="en-US" dirty="0"/>
              <a:t> in </a:t>
            </a:r>
            <a:r>
              <a:rPr lang="en-US" dirty="0" err="1"/>
              <a:t>fabricarea</a:t>
            </a:r>
            <a:r>
              <a:rPr lang="en-US" dirty="0"/>
              <a:t> </a:t>
            </a:r>
            <a:r>
              <a:rPr lang="en-US" dirty="0" err="1"/>
              <a:t>automobilului</a:t>
            </a:r>
            <a:r>
              <a:rPr lang="en-US" dirty="0"/>
              <a:t> </a:t>
            </a:r>
            <a:r>
              <a:rPr lang="en-US" dirty="0" err="1"/>
              <a:t>indeplineste</a:t>
            </a:r>
            <a:r>
              <a:rPr lang="en-US" dirty="0"/>
              <a:t> </a:t>
            </a:r>
            <a:r>
              <a:rPr lang="en-US" dirty="0" err="1"/>
              <a:t>conditiile</a:t>
            </a:r>
            <a:r>
              <a:rPr lang="en-US" dirty="0"/>
              <a:t> </a:t>
            </a:r>
            <a:r>
              <a:rPr lang="en-US" dirty="0" err="1"/>
              <a:t>necesare</a:t>
            </a:r>
            <a:r>
              <a:rPr lang="en-US" dirty="0"/>
              <a:t> </a:t>
            </a:r>
            <a:r>
              <a:rPr lang="en-US" dirty="0" err="1"/>
              <a:t>pentru</a:t>
            </a:r>
            <a:r>
              <a:rPr lang="en-US" dirty="0"/>
              <a:t> a </a:t>
            </a:r>
            <a:r>
              <a:rPr lang="en-US" dirty="0" err="1"/>
              <a:t>asigura</a:t>
            </a:r>
            <a:r>
              <a:rPr lang="en-US" dirty="0"/>
              <a:t> buna </a:t>
            </a:r>
            <a:r>
              <a:rPr lang="en-US" dirty="0" err="1"/>
              <a:t>functionarea</a:t>
            </a:r>
            <a:r>
              <a:rPr lang="en-US" dirty="0"/>
              <a:t> a </a:t>
            </a:r>
            <a:r>
              <a:rPr lang="en-US" dirty="0" err="1"/>
              <a:t>masinii;becul</a:t>
            </a:r>
            <a:r>
              <a:rPr lang="en-US" dirty="0"/>
              <a:t> </a:t>
            </a:r>
            <a:r>
              <a:rPr lang="en-US" dirty="0" err="1"/>
              <a:t>rosu</a:t>
            </a:r>
            <a:r>
              <a:rPr lang="en-US" dirty="0"/>
              <a:t> care se </a:t>
            </a:r>
            <a:r>
              <a:rPr lang="en-US" dirty="0" err="1"/>
              <a:t>aprinde</a:t>
            </a:r>
            <a:r>
              <a:rPr lang="en-US" dirty="0"/>
              <a:t> </a:t>
            </a:r>
            <a:r>
              <a:rPr lang="en-US" dirty="0" err="1"/>
              <a:t>daca</a:t>
            </a:r>
            <a:r>
              <a:rPr lang="en-US" dirty="0"/>
              <a:t> </a:t>
            </a:r>
            <a:r>
              <a:rPr lang="en-US" dirty="0" err="1"/>
              <a:t>piesa</a:t>
            </a:r>
            <a:r>
              <a:rPr lang="en-US" dirty="0"/>
              <a:t>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echipamentul</a:t>
            </a:r>
            <a:r>
              <a:rPr lang="en-US" dirty="0"/>
              <a:t> care se </a:t>
            </a:r>
            <a:r>
              <a:rPr lang="en-US" dirty="0" err="1"/>
              <a:t>afla</a:t>
            </a:r>
            <a:r>
              <a:rPr lang="en-US" dirty="0"/>
              <a:t> in </a:t>
            </a:r>
            <a:r>
              <a:rPr lang="en-US" dirty="0" err="1"/>
              <a:t>procesul</a:t>
            </a:r>
            <a:r>
              <a:rPr lang="en-US" dirty="0"/>
              <a:t> de </a:t>
            </a:r>
            <a:r>
              <a:rPr lang="en-US" dirty="0" err="1"/>
              <a:t>verificare</a:t>
            </a:r>
            <a:r>
              <a:rPr lang="en-US" dirty="0"/>
              <a:t> nu </a:t>
            </a:r>
            <a:r>
              <a:rPr lang="en-US" dirty="0" err="1"/>
              <a:t>indeplineste</a:t>
            </a:r>
            <a:r>
              <a:rPr lang="en-US" dirty="0"/>
              <a:t> </a:t>
            </a:r>
            <a:r>
              <a:rPr lang="en-US" dirty="0" err="1"/>
              <a:t>conditiile</a:t>
            </a:r>
            <a:r>
              <a:rPr lang="en-US" dirty="0"/>
              <a:t> </a:t>
            </a:r>
            <a:r>
              <a:rPr lang="en-US" dirty="0" err="1"/>
              <a:t>impuse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2D6FFB-D6B6-4123-BB1C-8D06D2CA9C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CD13FE-C142-4D00-8396-C921F158C2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5576" y="2038393"/>
            <a:ext cx="4478224" cy="2781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573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EA4039-6590-D01F-8C42-5757EC929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Conclzii</a:t>
            </a:r>
            <a:r>
              <a:rPr lang="en-US" sz="4000" dirty="0"/>
              <a:t> finale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5A981-F1B3-5BCE-078F-F32DBD2E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just">
              <a:buNone/>
            </a:pPr>
            <a:r>
              <a:rPr lang="en-US" dirty="0"/>
              <a:t>	</a:t>
            </a:r>
            <a:r>
              <a:rPr lang="en-US" dirty="0" err="1"/>
              <a:t>Aceasta</a:t>
            </a:r>
            <a:r>
              <a:rPr lang="en-US" dirty="0"/>
              <a:t> </a:t>
            </a:r>
            <a:r>
              <a:rPr lang="en-US" dirty="0" err="1"/>
              <a:t>viitoare</a:t>
            </a:r>
            <a:r>
              <a:rPr lang="en-US" dirty="0"/>
              <a:t> </a:t>
            </a:r>
            <a:r>
              <a:rPr lang="en-US" dirty="0" err="1"/>
              <a:t>aplicatie</a:t>
            </a:r>
            <a:r>
              <a:rPr lang="en-US" dirty="0"/>
              <a:t> </a:t>
            </a:r>
            <a:r>
              <a:rPr lang="en-US" dirty="0" err="1"/>
              <a:t>indeplineste</a:t>
            </a:r>
            <a:r>
              <a:rPr lang="en-US" dirty="0"/>
              <a:t> un </a:t>
            </a:r>
            <a:r>
              <a:rPr lang="en-US" dirty="0" err="1"/>
              <a:t>rol</a:t>
            </a:r>
            <a:r>
              <a:rPr lang="en-US" dirty="0"/>
              <a:t> </a:t>
            </a:r>
            <a:r>
              <a:rPr lang="en-US" dirty="0" err="1"/>
              <a:t>foarte</a:t>
            </a:r>
            <a:r>
              <a:rPr lang="en-US" dirty="0"/>
              <a:t> important in </a:t>
            </a:r>
            <a:r>
              <a:rPr lang="en-US" dirty="0" err="1"/>
              <a:t>siguranta</a:t>
            </a:r>
            <a:r>
              <a:rPr lang="en-US" dirty="0"/>
              <a:t> </a:t>
            </a:r>
            <a:r>
              <a:rPr lang="en-US" dirty="0" err="1"/>
              <a:t>oamenilor</a:t>
            </a:r>
            <a:r>
              <a:rPr lang="en-US" dirty="0"/>
              <a:t>, fie ca sunt </a:t>
            </a:r>
            <a:r>
              <a:rPr lang="en-US" dirty="0" err="1"/>
              <a:t>soferi</a:t>
            </a:r>
            <a:r>
              <a:rPr lang="en-US" dirty="0"/>
              <a:t>, fie ca sunt </a:t>
            </a:r>
            <a:r>
              <a:rPr lang="en-US" dirty="0" err="1"/>
              <a:t>doar</a:t>
            </a:r>
            <a:r>
              <a:rPr lang="en-US" dirty="0"/>
              <a:t> </a:t>
            </a:r>
            <a:r>
              <a:rPr lang="en-US" dirty="0" err="1"/>
              <a:t>pietoni</a:t>
            </a:r>
            <a:r>
              <a:rPr lang="en-US" dirty="0"/>
              <a:t> </a:t>
            </a:r>
            <a:r>
              <a:rPr lang="en-US" dirty="0" err="1"/>
              <a:t>deoarece</a:t>
            </a:r>
            <a:r>
              <a:rPr lang="en-US" dirty="0"/>
              <a:t> </a:t>
            </a:r>
            <a:r>
              <a:rPr lang="en-US" dirty="0" err="1"/>
              <a:t>datorita</a:t>
            </a:r>
            <a:r>
              <a:rPr lang="en-US" dirty="0"/>
              <a:t> </a:t>
            </a:r>
            <a:r>
              <a:rPr lang="en-US" dirty="0" err="1"/>
              <a:t>complexitatii</a:t>
            </a:r>
            <a:r>
              <a:rPr lang="en-US" dirty="0"/>
              <a:t> </a:t>
            </a:r>
            <a:r>
              <a:rPr lang="en-US" dirty="0" err="1"/>
              <a:t>functiilor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eficientei</a:t>
            </a:r>
            <a:r>
              <a:rPr lang="en-US" dirty="0"/>
              <a:t> </a:t>
            </a:r>
            <a:r>
              <a:rPr lang="en-US" dirty="0" err="1"/>
              <a:t>acestora</a:t>
            </a:r>
            <a:r>
              <a:rPr lang="en-US" dirty="0"/>
              <a:t>, </a:t>
            </a:r>
            <a:r>
              <a:rPr lang="en-US" dirty="0" err="1"/>
              <a:t>poate</a:t>
            </a:r>
            <a:r>
              <a:rPr lang="en-US" dirty="0"/>
              <a:t> fi </a:t>
            </a:r>
            <a:r>
              <a:rPr lang="en-US" dirty="0" err="1"/>
              <a:t>asigurata</a:t>
            </a:r>
            <a:r>
              <a:rPr lang="en-US" dirty="0"/>
              <a:t> </a:t>
            </a:r>
            <a:r>
              <a:rPr lang="en-US" dirty="0" err="1"/>
              <a:t>diminuarea</a:t>
            </a:r>
            <a:r>
              <a:rPr lang="en-US" dirty="0"/>
              <a:t> </a:t>
            </a:r>
            <a:r>
              <a:rPr lang="en-US" dirty="0" err="1"/>
              <a:t>accidentelor</a:t>
            </a:r>
            <a:r>
              <a:rPr lang="en-US" dirty="0"/>
              <a:t> </a:t>
            </a:r>
            <a:r>
              <a:rPr lang="en-US" dirty="0" err="1"/>
              <a:t>rutiere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salvarea</a:t>
            </a:r>
            <a:r>
              <a:rPr lang="en-US" dirty="0"/>
              <a:t> de </a:t>
            </a:r>
            <a:r>
              <a:rPr lang="en-US" dirty="0" err="1"/>
              <a:t>vieti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DB3EAB-F418-4761-A191-1A2A0002F4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9541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0BFBF-9B00-D2CA-07CE-12CA0523F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err="1"/>
              <a:t>Surse</a:t>
            </a:r>
            <a:endParaRPr lang="en-US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95182-D6DF-E6B3-153B-0EBE8556EC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https://www.epiesa.ro/?gad_source=1&amp;gad_campaignid=137574300&amp;gclid=EAIaIQobChMIxdD7hc_dkAMV4YWDBx1iiR4sEAAYAiAAEgJPCPD_BwE</a:t>
            </a:r>
            <a:endParaRPr lang="en-US" dirty="0"/>
          </a:p>
          <a:p>
            <a:r>
              <a:rPr lang="en-US" dirty="0">
                <a:hlinkClick r:id="rId3"/>
              </a:rPr>
              <a:t>https://cursdeguvernare.ro/harta-acea-213-unitati-productie-auto-romania-ue.html</a:t>
            </a:r>
            <a:endParaRPr lang="en-US" dirty="0"/>
          </a:p>
          <a:p>
            <a:r>
              <a:rPr lang="en-US" dirty="0">
                <a:hlinkClick r:id="rId4"/>
              </a:rPr>
              <a:t>https://www.autovit.ro/blog/ce-trebuie-sa-ai-in-masina-kitul-de-siguranta-auto-si-echipamentele-obligatorii/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52CD46-0E33-44FB-B963-EEF31AC8E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510D0F2-98E2-473E-BA8A-AF7E57A5BC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32349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167</TotalTime>
  <Words>672</Words>
  <Application>Microsoft Office PowerPoint</Application>
  <PresentationFormat>Widescreen</PresentationFormat>
  <Paragraphs>50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Trebuchet MS</vt:lpstr>
      <vt:lpstr>Wingdings</vt:lpstr>
      <vt:lpstr>Wingdings 3</vt:lpstr>
      <vt:lpstr>Facet</vt:lpstr>
      <vt:lpstr>Proiect la Reţele Neuronale Identificarea defecţiunilor pieselor auto</vt:lpstr>
      <vt:lpstr>Cuprins</vt:lpstr>
      <vt:lpstr>Obiectivul aplicaţiei</vt:lpstr>
      <vt:lpstr> Modalitatea de realizare a proiectului si persoanele care o pot utiliza </vt:lpstr>
      <vt:lpstr> Sortarea pieselor bune si a rebuturilor respective a echipamentelor: exemplu </vt:lpstr>
      <vt:lpstr>Structura aplicaţiei</vt:lpstr>
      <vt:lpstr>PowerPoint Presentation</vt:lpstr>
      <vt:lpstr> Prezentarea pictogramelor pentru  datele de intrare si iesire si a functiilor </vt:lpstr>
      <vt:lpstr>PowerPoint Presentation</vt:lpstr>
      <vt:lpstr>Funcţionarea</vt:lpstr>
      <vt:lpstr>Conclzii finale</vt:lpstr>
      <vt:lpstr>Surse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Proiect la Reţele Neuronale Identificarea defecţiunilor pieselor auto</dc:title>
  <dc:creator>David-Andrei TOTH (144728)</dc:creator>
  <cp:lastModifiedBy>student.FIIR</cp:lastModifiedBy>
  <cp:revision>52</cp:revision>
  <dcterms:created xsi:type="dcterms:W3CDTF">2025-11-06T12:29:07Z</dcterms:created>
  <dcterms:modified xsi:type="dcterms:W3CDTF">2025-11-20T12:22:44Z</dcterms:modified>
</cp:coreProperties>
</file>